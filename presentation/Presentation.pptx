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3761069c2471e20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3761069c2471e20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3761069c2471e20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3761069c2471e20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3761069c2471e20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3761069c2471e20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3761069c2471e20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3761069c2471e20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3761069c2471e205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h3761069c2471e205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800">
                <a:solidFill>
                  <a:srgbClr val="595959"/>
                </a:solidFill>
              </a:rPr>
              <a:t>In MLFQ scheduler, the priority is dynamic and changes based on processes behavior =&gt; Because of this inconsistency in priority, the challenge is to maintain and keep checking the priority of each processes. 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-"/>
            </a:pPr>
            <a:r>
              <a:rPr lang="en" sz="1800">
                <a:solidFill>
                  <a:srgbClr val="595959"/>
                </a:solidFill>
              </a:rPr>
              <a:t>The time allotment: keep track 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3761069c2471e205_1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3761069c2471e205_1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470167a17a141f5f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470167a17a141f5f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470167a17a141f5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470167a17a141f5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470167a17a141f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470167a17a141f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470167a17a141f5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470167a17a141f5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470167a17a141f5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470167a17a141f5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470167a17a141f5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h470167a17a141f5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3761069c2471e20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h3761069c2471e20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Operating Systems - Project 1 </a:t>
            </a:r>
            <a:endParaRPr sz="37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Jordan Strine, Amal Allas A Alqahtani, </a:t>
            </a:r>
            <a:r>
              <a:rPr lang="en"/>
              <a:t>Ngoc Lan Anh Nguyen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Problem 1: Classic CPU Scheduling Algorithms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Requirements: Implement the following fundamental CPU scheduling algorithms</a:t>
            </a:r>
            <a:endParaRPr b="1" sz="17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First-Come, First-Served (FCFS)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Shortest Job First (SJF)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Shortest Time-to-Completion First (STCF)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Round Robin (RR)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Input Specifications: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N, where N is the number of processes expected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Pid, arrival_time, run_time; properties of a process needed for analysis.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core challenges of this problem were managing complex data structures to handle the list of processes that were input, and the queues created and </a:t>
            </a:r>
            <a:r>
              <a:rPr lang="en"/>
              <a:t>populated</a:t>
            </a:r>
            <a:r>
              <a:rPr lang="en"/>
              <a:t> by the 4 different algorithms. Developing the logic criteria for each of the algorithms also created complications as the variables to consider increased in number as the algorithms became more complex.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Round robin scheduling in particular required management of two different queues that had to stay in sync, as well as consideration of 3 different boolean checks.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Solutions 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Creating copies vs passing pointers to protect the source of truth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Defining structs to have the same expected behavior across </a:t>
            </a:r>
            <a:r>
              <a:rPr lang="en"/>
              <a:t>algorithms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Structs allow us to track and manage the multiple variables necessary to correctly process the different logic criteria.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Expanding from least to most complex implementations allowed for solutions to be built up on top of one another.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409450" y="1303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3525" y="596075"/>
            <a:ext cx="3366549" cy="4351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0075" y="596075"/>
            <a:ext cx="2798188" cy="4351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0" y="95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2 - The </a:t>
            </a:r>
            <a:r>
              <a:rPr lang="en"/>
              <a:t>Multilevel</a:t>
            </a:r>
            <a:r>
              <a:rPr lang="en"/>
              <a:t> Feedback Queue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600" y="1137088"/>
            <a:ext cx="5417525" cy="22734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4044300" y="3162250"/>
            <a:ext cx="4788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Resource: 05.SchedulingMulti-level_Feedback_Queue.pdf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89" name="Google Shape;89;p18"/>
          <p:cNvSpPr txBox="1"/>
          <p:nvPr>
            <p:ph type="title"/>
          </p:nvPr>
        </p:nvSpPr>
        <p:spPr>
          <a:xfrm>
            <a:off x="0" y="667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Challenges</a:t>
            </a:r>
            <a:endParaRPr b="1" u="sng"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0" y="1240525"/>
            <a:ext cx="354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 MLFQ scheduler, the priority is dynamic and changes based on processes behavior.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Gantt</a:t>
            </a:r>
            <a:r>
              <a:rPr lang="en"/>
              <a:t> chart generated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Time management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Time allotment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Time period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0" y="374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0" y="1079075"/>
            <a:ext cx="555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Have a big loop condition to keep track of time allotment and time period. Immediately updated priority queue and order in queue when demoted.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Gantt Chart generated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Stored every data required to generate a Gantt chart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Having separated timeLine to stored data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Format it using a for loop to run from 0 to currentTime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2102" y="918450"/>
            <a:ext cx="3423824" cy="330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350" y="2797250"/>
            <a:ext cx="5163401" cy="18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0" y="374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</a:t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 rotWithShape="1">
          <a:blip r:embed="rId3">
            <a:alphaModFix/>
          </a:blip>
          <a:srcRect b="200" l="0" r="0" t="-200"/>
          <a:stretch/>
        </p:blipFill>
        <p:spPr>
          <a:xfrm>
            <a:off x="2036213" y="853058"/>
            <a:ext cx="4448175" cy="41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3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Multiprocessor Scheduling with Work Stealing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</a:t>
            </a:r>
            <a:r>
              <a:rPr lang="en"/>
              <a:t>Amal Alqahtani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Multiprocessor Scheduling with Work Stealing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4046"/>
              <a:buFont typeface="Arial"/>
              <a:buNone/>
            </a:pPr>
            <a:r>
              <a:rPr b="1" lang="en" sz="2035"/>
              <a:t>Requirements: </a:t>
            </a:r>
            <a:endParaRPr b="1" sz="203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Implement a multiprocessor CPU scheduling simulation.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Manage processes across multiple CPUs.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Maintain scheduling queues for each CPU.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Implement work stealing to balance workloads.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Track process execution and completion.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5385"/>
              <a:buFont typeface="Arial"/>
              <a:buNone/>
            </a:pPr>
            <a:r>
              <a:rPr b="1" lang="en" sz="1682"/>
              <a:t>Goal: Improve CPU utilization by allowing idle processors to take work from busy processors.</a:t>
            </a:r>
            <a:endParaRPr b="1" sz="1682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Challenges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623400" y="1093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Managing multiple CPU queues simultaneously.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Keeping track of processes assigned to each CPU.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Determining when an idle CPU should steal work.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Preventing incorrect process execution or duplication.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Maintaining accurate scheduling and completion times.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/>
              <a:t>Biggest Challenge: </a:t>
            </a:r>
            <a:r>
              <a:rPr lang="en"/>
              <a:t>Coordinating process execution and workload balancing across multiple CPUs.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Solutions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Used C structs to store process and CPU information.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Assigned processes to CPUs using round-robin distribution.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Implemented First-Come, First-Served (FCFS) scheduling for each CPU queue.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Allowed idle CPUs to steal waiting processes from the busiest CPU queue.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Used a single-threaded simulation to manage scheduling events and track performance.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/>
              <a:t>Approach: </a:t>
            </a:r>
            <a:r>
              <a:rPr lang="en"/>
              <a:t>Built the scheduling logic step by step and tested work stealing using different process inputs.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000"/>
              <a:t>Successfully simulated scheduling across 3 CPUs.</a:t>
            </a:r>
            <a:endParaRPr sz="5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000"/>
              <a:t>Demonstrated work stealing when CPU 2 took Process 4 at time 7.</a:t>
            </a:r>
            <a:endParaRPr sz="5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000"/>
              <a:t>Average waiting time: 1.60 units</a:t>
            </a:r>
            <a:endParaRPr sz="5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000"/>
              <a:t>Average turnaround time: 7.40 units</a:t>
            </a:r>
            <a:endParaRPr sz="5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000"/>
              <a:t>Successful steals: 1</a:t>
            </a:r>
            <a:endParaRPr sz="5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000"/>
              <a:t>Unsuccessful steal attempts: 7</a:t>
            </a:r>
            <a:endParaRPr sz="5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Outcome: Demonstrated how work stealing can redistribute waiting processes across CPUs.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228175" y="1304875"/>
            <a:ext cx="875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Outcome: Demonstrated how work stealing can redistribute waiting processes across CPUs.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5" title="WhatsApp Image 2026-10-13 at 9.54.31 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7251" y="752125"/>
            <a:ext cx="3280524" cy="261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Contribution	</a:t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1: Jordan Strine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2: Ngoc Lan Anh Nguyen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3: Amal Allas A Alqahtani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