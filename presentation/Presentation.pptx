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3761069c2471e205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h3761069c2471e205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3761069c2471e205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h3761069c2471e205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3761069c2471e205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3761069c2471e205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3761069c2471e20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h3761069c2471e20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h3761069c2471e205_1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h3761069c2471e205_1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h3761069c2471e205_1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h3761069c2471e205_1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3761069c2471e205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h3761069c2471e205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/>
              <a:t>Operating Systems - Project 1 </a:t>
            </a:r>
            <a:endParaRPr sz="37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Jordan Strine, Amal Allas A Alqahtani, </a:t>
            </a:r>
            <a:r>
              <a:rPr lang="en"/>
              <a:t>Ngoc Lan Anh Nguyen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Problem 1: Classic CPU Scheduling Algorithms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/>
              <a:t>Requirements: Implement the following fundamental CPU scheduling algorithms</a:t>
            </a:r>
            <a:endParaRPr b="1" sz="17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First-Come, First-Served (FCFS)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Shortest Job First (SJF)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Shortest Time-to-Completion First (STCF)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Round Robin (RR)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600"/>
              <a:t>Input Specifications:</a:t>
            </a:r>
            <a:endParaRPr b="1"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N, where N is the number of processes expected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Pid, arrival_time, run_time; properties of a process needed for analysis.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core challenges of this problem were managing complex data structures to handle the list of processes that were input, and the queues created and </a:t>
            </a:r>
            <a:r>
              <a:rPr lang="en"/>
              <a:t>populated</a:t>
            </a:r>
            <a:r>
              <a:rPr lang="en"/>
              <a:t> by the 4 different algorithms. Developing the logic criteria for each of the algorithms also created complications as the variables to consider increased in number as the algorithms became more complex.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Round robin scheduling in particular required management of two different queues that had to stay in sync, as well as consideration of 3 different boolean checks.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Solutions 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Creating copies vs passing pointers to protect the source of truth</a:t>
            </a:r>
            <a:endParaRPr/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Defining structs to have the same expected behavior across </a:t>
            </a:r>
            <a:r>
              <a:rPr lang="en"/>
              <a:t>algorithms</a:t>
            </a:r>
            <a:endParaRPr/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Structs allow us to track and manage the multiple variables necessary to correctly process the different logic criteria.</a:t>
            </a:r>
            <a:endParaRPr/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Expanding from least to most complex implementations allowed for solutions to be built up on top of one another.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409450" y="13035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3525" y="596075"/>
            <a:ext cx="3366549" cy="4351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20075" y="596075"/>
            <a:ext cx="2798188" cy="4351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2 - The </a:t>
            </a:r>
            <a:r>
              <a:rPr lang="en"/>
              <a:t>Multilevel</a:t>
            </a:r>
            <a:r>
              <a:rPr lang="en"/>
              <a:t> Feedback Queue</a:t>
            </a:r>
            <a:endParaRPr/>
          </a:p>
        </p:txBody>
      </p:sp>
      <p:pic>
        <p:nvPicPr>
          <p:cNvPr id="87" name="Google Shape;8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0" y="1228725"/>
            <a:ext cx="6400800" cy="268605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8"/>
          <p:cNvSpPr txBox="1"/>
          <p:nvPr/>
        </p:nvSpPr>
        <p:spPr>
          <a:xfrm>
            <a:off x="3549600" y="3529875"/>
            <a:ext cx="4788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Resource: 05.SchedulingMulti-level_Feedback_Queue.pdf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94" name="Google Shape;94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Contribution	</a:t>
            </a:r>
            <a:endParaRPr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 1: Jordan Strine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 2: Ngoc Lan Anh Nguyen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 3: Amal Allas A Alqahtani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